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9"/>
  </p:notesMasterIdLst>
  <p:handoutMasterIdLst>
    <p:handoutMasterId r:id="rId10"/>
  </p:handoutMasterIdLst>
  <p:sldIdLst>
    <p:sldId id="278" r:id="rId2"/>
    <p:sldId id="350" r:id="rId3"/>
    <p:sldId id="311" r:id="rId4"/>
    <p:sldId id="312" r:id="rId5"/>
    <p:sldId id="313" r:id="rId6"/>
    <p:sldId id="314" r:id="rId7"/>
    <p:sldId id="315" r:id="rId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000000"/>
    <a:srgbClr val="FF0066"/>
    <a:srgbClr val="CC3300"/>
    <a:srgbClr val="0000FF"/>
    <a:srgbClr val="FF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37"/>
    <p:restoredTop sz="96301" autoAdjust="0"/>
  </p:normalViewPr>
  <p:slideViewPr>
    <p:cSldViewPr>
      <p:cViewPr varScale="1">
        <p:scale>
          <a:sx n="122" d="100"/>
          <a:sy n="122" d="100"/>
        </p:scale>
        <p:origin x="1760" y="200"/>
      </p:cViewPr>
      <p:guideLst>
        <p:guide orient="horz" pos="2160"/>
        <p:guide pos="2880"/>
      </p:guideLst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2880" cy="1828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c" userId="5bc9efa7-ddea-4be2-9b71-fa0f56c89193" providerId="ADAL" clId="{20E7731F-79E2-914E-B5CE-90B43022D80C}"/>
    <pc:docChg chg="custSel addSld delSld modSld sldOrd">
      <pc:chgData name="cc" userId="5bc9efa7-ddea-4be2-9b71-fa0f56c89193" providerId="ADAL" clId="{20E7731F-79E2-914E-B5CE-90B43022D80C}" dt="2025-09-12T06:28:11.516" v="315" actId="2696"/>
      <pc:docMkLst>
        <pc:docMk/>
      </pc:docMkLst>
      <pc:sldChg chg="del">
        <pc:chgData name="cc" userId="5bc9efa7-ddea-4be2-9b71-fa0f56c89193" providerId="ADAL" clId="{20E7731F-79E2-914E-B5CE-90B43022D80C}" dt="2025-09-12T06:00:50.099" v="25" actId="2696"/>
        <pc:sldMkLst>
          <pc:docMk/>
          <pc:sldMk cId="0" sldId="259"/>
        </pc:sldMkLst>
      </pc:sldChg>
      <pc:sldChg chg="del">
        <pc:chgData name="cc" userId="5bc9efa7-ddea-4be2-9b71-fa0f56c89193" providerId="ADAL" clId="{20E7731F-79E2-914E-B5CE-90B43022D80C}" dt="2025-09-12T06:00:50.080" v="13" actId="2696"/>
        <pc:sldMkLst>
          <pc:docMk/>
          <pc:sldMk cId="0" sldId="260"/>
        </pc:sldMkLst>
      </pc:sldChg>
      <pc:sldChg chg="del">
        <pc:chgData name="cc" userId="5bc9efa7-ddea-4be2-9b71-fa0f56c89193" providerId="ADAL" clId="{20E7731F-79E2-914E-B5CE-90B43022D80C}" dt="2025-09-12T06:00:50.086" v="18" actId="2696"/>
        <pc:sldMkLst>
          <pc:docMk/>
          <pc:sldMk cId="0" sldId="262"/>
        </pc:sldMkLst>
      </pc:sldChg>
      <pc:sldChg chg="del">
        <pc:chgData name="cc" userId="5bc9efa7-ddea-4be2-9b71-fa0f56c89193" providerId="ADAL" clId="{20E7731F-79E2-914E-B5CE-90B43022D80C}" dt="2025-09-12T06:00:50.095" v="23" actId="2696"/>
        <pc:sldMkLst>
          <pc:docMk/>
          <pc:sldMk cId="0" sldId="263"/>
        </pc:sldMkLst>
      </pc:sldChg>
      <pc:sldChg chg="del">
        <pc:chgData name="cc" userId="5bc9efa7-ddea-4be2-9b71-fa0f56c89193" providerId="ADAL" clId="{20E7731F-79E2-914E-B5CE-90B43022D80C}" dt="2025-09-12T06:00:50.063" v="5" actId="2696"/>
        <pc:sldMkLst>
          <pc:docMk/>
          <pc:sldMk cId="0" sldId="264"/>
        </pc:sldMkLst>
      </pc:sldChg>
      <pc:sldChg chg="del">
        <pc:chgData name="cc" userId="5bc9efa7-ddea-4be2-9b71-fa0f56c89193" providerId="ADAL" clId="{20E7731F-79E2-914E-B5CE-90B43022D80C}" dt="2025-09-12T06:00:50.090" v="21" actId="2696"/>
        <pc:sldMkLst>
          <pc:docMk/>
          <pc:sldMk cId="0" sldId="266"/>
        </pc:sldMkLst>
      </pc:sldChg>
      <pc:sldChg chg="del">
        <pc:chgData name="cc" userId="5bc9efa7-ddea-4be2-9b71-fa0f56c89193" providerId="ADAL" clId="{20E7731F-79E2-914E-B5CE-90B43022D80C}" dt="2025-09-12T06:00:50.076" v="12" actId="2696"/>
        <pc:sldMkLst>
          <pc:docMk/>
          <pc:sldMk cId="0" sldId="267"/>
        </pc:sldMkLst>
      </pc:sldChg>
      <pc:sldChg chg="del">
        <pc:chgData name="cc" userId="5bc9efa7-ddea-4be2-9b71-fa0f56c89193" providerId="ADAL" clId="{20E7731F-79E2-914E-B5CE-90B43022D80C}" dt="2025-09-12T06:00:50.064" v="6" actId="2696"/>
        <pc:sldMkLst>
          <pc:docMk/>
          <pc:sldMk cId="0" sldId="269"/>
        </pc:sldMkLst>
      </pc:sldChg>
      <pc:sldChg chg="modSp mod">
        <pc:chgData name="cc" userId="5bc9efa7-ddea-4be2-9b71-fa0f56c89193" providerId="ADAL" clId="{20E7731F-79E2-914E-B5CE-90B43022D80C}" dt="2025-09-12T06:26:01.928" v="246"/>
        <pc:sldMkLst>
          <pc:docMk/>
          <pc:sldMk cId="0" sldId="278"/>
        </pc:sldMkLst>
      </pc:sldChg>
      <pc:sldChg chg="del">
        <pc:chgData name="cc" userId="5bc9efa7-ddea-4be2-9b71-fa0f56c89193" providerId="ADAL" clId="{20E7731F-79E2-914E-B5CE-90B43022D80C}" dt="2025-09-12T06:00:50.087" v="19" actId="2696"/>
        <pc:sldMkLst>
          <pc:docMk/>
          <pc:sldMk cId="0" sldId="288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89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0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1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2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3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4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5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6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7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8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299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0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1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2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3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4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5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6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7"/>
        </pc:sldMkLst>
      </pc:sldChg>
      <pc:sldChg chg="add del">
        <pc:chgData name="cc" userId="5bc9efa7-ddea-4be2-9b71-fa0f56c89193" providerId="ADAL" clId="{20E7731F-79E2-914E-B5CE-90B43022D80C}" dt="2025-09-12T06:09:58.291" v="50"/>
        <pc:sldMkLst>
          <pc:docMk/>
          <pc:sldMk cId="0" sldId="308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09"/>
        </pc:sldMkLst>
      </pc:sldChg>
      <pc:sldChg chg="del">
        <pc:chgData name="cc" userId="5bc9efa7-ddea-4be2-9b71-fa0f56c89193" providerId="ADAL" clId="{20E7731F-79E2-914E-B5CE-90B43022D80C}" dt="2025-09-12T06:00:50.052" v="1" actId="2696"/>
        <pc:sldMkLst>
          <pc:docMk/>
          <pc:sldMk cId="0" sldId="310"/>
        </pc:sldMkLst>
      </pc:sldChg>
      <pc:sldChg chg="modSp mod">
        <pc:chgData name="cc" userId="5bc9efa7-ddea-4be2-9b71-fa0f56c89193" providerId="ADAL" clId="{20E7731F-79E2-914E-B5CE-90B43022D80C}" dt="2025-09-12T06:26:26.509" v="268"/>
        <pc:sldMkLst>
          <pc:docMk/>
          <pc:sldMk cId="248589701" sldId="311"/>
        </pc:sldMkLst>
      </pc:sldChg>
      <pc:sldChg chg="modSp mod">
        <pc:chgData name="cc" userId="5bc9efa7-ddea-4be2-9b71-fa0f56c89193" providerId="ADAL" clId="{20E7731F-79E2-914E-B5CE-90B43022D80C}" dt="2025-09-12T06:26:35.064" v="298"/>
        <pc:sldMkLst>
          <pc:docMk/>
          <pc:sldMk cId="3524192840" sldId="312"/>
        </pc:sldMkLst>
      </pc:sldChg>
      <pc:sldChg chg="modSp mod">
        <pc:chgData name="cc" userId="5bc9efa7-ddea-4be2-9b71-fa0f56c89193" providerId="ADAL" clId="{20E7731F-79E2-914E-B5CE-90B43022D80C}" dt="2025-09-12T06:27:07.022" v="314"/>
        <pc:sldMkLst>
          <pc:docMk/>
          <pc:sldMk cId="3825413816" sldId="313"/>
        </pc:sldMkLst>
      </pc:sldChg>
      <pc:sldChg chg="modSp new del mod">
        <pc:chgData name="cc" userId="5bc9efa7-ddea-4be2-9b71-fa0f56c89193" providerId="ADAL" clId="{20E7731F-79E2-914E-B5CE-90B43022D80C}" dt="2025-09-12T06:28:11.516" v="315" actId="2696"/>
        <pc:sldMkLst>
          <pc:docMk/>
          <pc:sldMk cId="371600275" sldId="316"/>
        </pc:sldMkLst>
      </pc:sldChg>
      <pc:sldChg chg="new del">
        <pc:chgData name="cc" userId="5bc9efa7-ddea-4be2-9b71-fa0f56c89193" providerId="ADAL" clId="{20E7731F-79E2-914E-B5CE-90B43022D80C}" dt="2025-09-12T06:10:03.194" v="51" actId="2696"/>
        <pc:sldMkLst>
          <pc:docMk/>
          <pc:sldMk cId="2294000272" sldId="317"/>
        </pc:sldMkLst>
      </pc:sldChg>
      <pc:sldChg chg="add del">
        <pc:chgData name="cc" userId="5bc9efa7-ddea-4be2-9b71-fa0f56c89193" providerId="ADAL" clId="{20E7731F-79E2-914E-B5CE-90B43022D80C}" dt="2025-09-12T06:10:06.394" v="52" actId="2696"/>
        <pc:sldMkLst>
          <pc:docMk/>
          <pc:sldMk cId="0" sldId="318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19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0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1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2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3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4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5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6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7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8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29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0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1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2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3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4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5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6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7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8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39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0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1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2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3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4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5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6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7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0" sldId="348"/>
        </pc:sldMkLst>
      </pc:sldChg>
      <pc:sldChg chg="add">
        <pc:chgData name="cc" userId="5bc9efa7-ddea-4be2-9b71-fa0f56c89193" providerId="ADAL" clId="{20E7731F-79E2-914E-B5CE-90B43022D80C}" dt="2025-09-12T06:09:58.291" v="50"/>
        <pc:sldMkLst>
          <pc:docMk/>
          <pc:sldMk cId="2646286038" sldId="349"/>
        </pc:sldMkLst>
      </pc:sldChg>
      <pc:sldChg chg="delSp modSp new mod ord">
        <pc:chgData name="cc" userId="5bc9efa7-ddea-4be2-9b71-fa0f56c89193" providerId="ADAL" clId="{20E7731F-79E2-914E-B5CE-90B43022D80C}" dt="2025-09-12T06:26:12.733" v="252"/>
        <pc:sldMkLst>
          <pc:docMk/>
          <pc:sldMk cId="3786948276" sldId="350"/>
        </pc:sldMkLst>
      </pc:sldChg>
    </pc:docChg>
  </pc:docChgLst>
  <pc:docChgLst>
    <pc:chgData name="cc" userId="5bc9efa7-ddea-4be2-9b71-fa0f56c89193" providerId="ADAL" clId="{5BF13B12-BC6F-8D46-8AE9-CCC2F7077A0D}"/>
    <pc:docChg chg="delSld modSld">
      <pc:chgData name="cc" userId="5bc9efa7-ddea-4be2-9b71-fa0f56c89193" providerId="ADAL" clId="{5BF13B12-BC6F-8D46-8AE9-CCC2F7077A0D}" dt="2026-09-07T03:24:02.297" v="53" actId="2696"/>
      <pc:docMkLst>
        <pc:docMk/>
      </pc:docMkLst>
      <pc:sldChg chg="modSp">
        <pc:chgData name="cc" userId="5bc9efa7-ddea-4be2-9b71-fa0f56c89193" providerId="ADAL" clId="{5BF13B12-BC6F-8D46-8AE9-CCC2F7077A0D}" dt="2026-09-07T03:23:45.898" v="1" actId="14100"/>
        <pc:sldMkLst>
          <pc:docMk/>
          <pc:sldMk cId="0" sldId="278"/>
        </pc:sldMkLst>
        <pc:spChg chg="mod">
          <ac:chgData name="cc" userId="5bc9efa7-ddea-4be2-9b71-fa0f56c89193" providerId="ADAL" clId="{5BF13B12-BC6F-8D46-8AE9-CCC2F7077A0D}" dt="2026-09-07T03:23:45.898" v="1" actId="14100"/>
          <ac:spMkLst>
            <pc:docMk/>
            <pc:sldMk cId="0" sldId="278"/>
            <ac:spMk id="11" creationId="{00000000-0000-0000-0000-000000000000}"/>
          </ac:spMkLst>
        </pc:spChg>
      </pc:sldChg>
      <pc:sldChg chg="del">
        <pc:chgData name="cc" userId="5bc9efa7-ddea-4be2-9b71-fa0f56c89193" providerId="ADAL" clId="{5BF13B12-BC6F-8D46-8AE9-CCC2F7077A0D}" dt="2026-09-07T03:24:02.191" v="2" actId="2696"/>
        <pc:sldMkLst>
          <pc:docMk/>
          <pc:sldMk cId="0" sldId="289"/>
        </pc:sldMkLst>
      </pc:sldChg>
      <pc:sldChg chg="del">
        <pc:chgData name="cc" userId="5bc9efa7-ddea-4be2-9b71-fa0f56c89193" providerId="ADAL" clId="{5BF13B12-BC6F-8D46-8AE9-CCC2F7077A0D}" dt="2026-09-07T03:24:02.235" v="13" actId="2696"/>
        <pc:sldMkLst>
          <pc:docMk/>
          <pc:sldMk cId="0" sldId="290"/>
        </pc:sldMkLst>
      </pc:sldChg>
      <pc:sldChg chg="del">
        <pc:chgData name="cc" userId="5bc9efa7-ddea-4be2-9b71-fa0f56c89193" providerId="ADAL" clId="{5BF13B12-BC6F-8D46-8AE9-CCC2F7077A0D}" dt="2026-09-07T03:24:02.246" v="17" actId="2696"/>
        <pc:sldMkLst>
          <pc:docMk/>
          <pc:sldMk cId="0" sldId="291"/>
        </pc:sldMkLst>
      </pc:sldChg>
      <pc:sldChg chg="del">
        <pc:chgData name="cc" userId="5bc9efa7-ddea-4be2-9b71-fa0f56c89193" providerId="ADAL" clId="{5BF13B12-BC6F-8D46-8AE9-CCC2F7077A0D}" dt="2026-09-07T03:24:02.210" v="7" actId="2696"/>
        <pc:sldMkLst>
          <pc:docMk/>
          <pc:sldMk cId="0" sldId="292"/>
        </pc:sldMkLst>
      </pc:sldChg>
      <pc:sldChg chg="del">
        <pc:chgData name="cc" userId="5bc9efa7-ddea-4be2-9b71-fa0f56c89193" providerId="ADAL" clId="{5BF13B12-BC6F-8D46-8AE9-CCC2F7077A0D}" dt="2026-09-07T03:24:02.203" v="4" actId="2696"/>
        <pc:sldMkLst>
          <pc:docMk/>
          <pc:sldMk cId="0" sldId="293"/>
        </pc:sldMkLst>
      </pc:sldChg>
      <pc:sldChg chg="del">
        <pc:chgData name="cc" userId="5bc9efa7-ddea-4be2-9b71-fa0f56c89193" providerId="ADAL" clId="{5BF13B12-BC6F-8D46-8AE9-CCC2F7077A0D}" dt="2026-09-07T03:24:02.285" v="44" actId="2696"/>
        <pc:sldMkLst>
          <pc:docMk/>
          <pc:sldMk cId="0" sldId="294"/>
        </pc:sldMkLst>
      </pc:sldChg>
      <pc:sldChg chg="del">
        <pc:chgData name="cc" userId="5bc9efa7-ddea-4be2-9b71-fa0f56c89193" providerId="ADAL" clId="{5BF13B12-BC6F-8D46-8AE9-CCC2F7077A0D}" dt="2026-09-07T03:24:02.262" v="28" actId="2696"/>
        <pc:sldMkLst>
          <pc:docMk/>
          <pc:sldMk cId="0" sldId="295"/>
        </pc:sldMkLst>
      </pc:sldChg>
      <pc:sldChg chg="del">
        <pc:chgData name="cc" userId="5bc9efa7-ddea-4be2-9b71-fa0f56c89193" providerId="ADAL" clId="{5BF13B12-BC6F-8D46-8AE9-CCC2F7077A0D}" dt="2026-09-07T03:24:02.295" v="52" actId="2696"/>
        <pc:sldMkLst>
          <pc:docMk/>
          <pc:sldMk cId="0" sldId="296"/>
        </pc:sldMkLst>
      </pc:sldChg>
      <pc:sldChg chg="del">
        <pc:chgData name="cc" userId="5bc9efa7-ddea-4be2-9b71-fa0f56c89193" providerId="ADAL" clId="{5BF13B12-BC6F-8D46-8AE9-CCC2F7077A0D}" dt="2026-09-07T03:24:02.271" v="37" actId="2696"/>
        <pc:sldMkLst>
          <pc:docMk/>
          <pc:sldMk cId="0" sldId="297"/>
        </pc:sldMkLst>
      </pc:sldChg>
      <pc:sldChg chg="del">
        <pc:chgData name="cc" userId="5bc9efa7-ddea-4be2-9b71-fa0f56c89193" providerId="ADAL" clId="{5BF13B12-BC6F-8D46-8AE9-CCC2F7077A0D}" dt="2026-09-07T03:24:02.271" v="36" actId="2696"/>
        <pc:sldMkLst>
          <pc:docMk/>
          <pc:sldMk cId="0" sldId="298"/>
        </pc:sldMkLst>
      </pc:sldChg>
      <pc:sldChg chg="del">
        <pc:chgData name="cc" userId="5bc9efa7-ddea-4be2-9b71-fa0f56c89193" providerId="ADAL" clId="{5BF13B12-BC6F-8D46-8AE9-CCC2F7077A0D}" dt="2026-09-07T03:24:02.217" v="10" actId="2696"/>
        <pc:sldMkLst>
          <pc:docMk/>
          <pc:sldMk cId="0" sldId="299"/>
        </pc:sldMkLst>
      </pc:sldChg>
      <pc:sldChg chg="del">
        <pc:chgData name="cc" userId="5bc9efa7-ddea-4be2-9b71-fa0f56c89193" providerId="ADAL" clId="{5BF13B12-BC6F-8D46-8AE9-CCC2F7077A0D}" dt="2026-09-07T03:24:02.264" v="31" actId="2696"/>
        <pc:sldMkLst>
          <pc:docMk/>
          <pc:sldMk cId="0" sldId="300"/>
        </pc:sldMkLst>
      </pc:sldChg>
      <pc:sldChg chg="del">
        <pc:chgData name="cc" userId="5bc9efa7-ddea-4be2-9b71-fa0f56c89193" providerId="ADAL" clId="{5BF13B12-BC6F-8D46-8AE9-CCC2F7077A0D}" dt="2026-09-07T03:24:02.297" v="53" actId="2696"/>
        <pc:sldMkLst>
          <pc:docMk/>
          <pc:sldMk cId="0" sldId="301"/>
        </pc:sldMkLst>
      </pc:sldChg>
      <pc:sldChg chg="del">
        <pc:chgData name="cc" userId="5bc9efa7-ddea-4be2-9b71-fa0f56c89193" providerId="ADAL" clId="{5BF13B12-BC6F-8D46-8AE9-CCC2F7077A0D}" dt="2026-09-07T03:24:02.278" v="42" actId="2696"/>
        <pc:sldMkLst>
          <pc:docMk/>
          <pc:sldMk cId="0" sldId="302"/>
        </pc:sldMkLst>
      </pc:sldChg>
      <pc:sldChg chg="del">
        <pc:chgData name="cc" userId="5bc9efa7-ddea-4be2-9b71-fa0f56c89193" providerId="ADAL" clId="{5BF13B12-BC6F-8D46-8AE9-CCC2F7077A0D}" dt="2026-09-07T03:24:02.227" v="11" actId="2696"/>
        <pc:sldMkLst>
          <pc:docMk/>
          <pc:sldMk cId="0" sldId="303"/>
        </pc:sldMkLst>
      </pc:sldChg>
      <pc:sldChg chg="del">
        <pc:chgData name="cc" userId="5bc9efa7-ddea-4be2-9b71-fa0f56c89193" providerId="ADAL" clId="{5BF13B12-BC6F-8D46-8AE9-CCC2F7077A0D}" dt="2026-09-07T03:24:02.288" v="46" actId="2696"/>
        <pc:sldMkLst>
          <pc:docMk/>
          <pc:sldMk cId="0" sldId="304"/>
        </pc:sldMkLst>
      </pc:sldChg>
      <pc:sldChg chg="del">
        <pc:chgData name="cc" userId="5bc9efa7-ddea-4be2-9b71-fa0f56c89193" providerId="ADAL" clId="{5BF13B12-BC6F-8D46-8AE9-CCC2F7077A0D}" dt="2026-09-07T03:24:02.292" v="51" actId="2696"/>
        <pc:sldMkLst>
          <pc:docMk/>
          <pc:sldMk cId="0" sldId="305"/>
        </pc:sldMkLst>
      </pc:sldChg>
      <pc:sldChg chg="del">
        <pc:chgData name="cc" userId="5bc9efa7-ddea-4be2-9b71-fa0f56c89193" providerId="ADAL" clId="{5BF13B12-BC6F-8D46-8AE9-CCC2F7077A0D}" dt="2026-09-07T03:24:02.270" v="35" actId="2696"/>
        <pc:sldMkLst>
          <pc:docMk/>
          <pc:sldMk cId="0" sldId="306"/>
        </pc:sldMkLst>
      </pc:sldChg>
      <pc:sldChg chg="del">
        <pc:chgData name="cc" userId="5bc9efa7-ddea-4be2-9b71-fa0f56c89193" providerId="ADAL" clId="{5BF13B12-BC6F-8D46-8AE9-CCC2F7077A0D}" dt="2026-09-07T03:24:02.264" v="30" actId="2696"/>
        <pc:sldMkLst>
          <pc:docMk/>
          <pc:sldMk cId="0" sldId="307"/>
        </pc:sldMkLst>
      </pc:sldChg>
      <pc:sldChg chg="del">
        <pc:chgData name="cc" userId="5bc9efa7-ddea-4be2-9b71-fa0f56c89193" providerId="ADAL" clId="{5BF13B12-BC6F-8D46-8AE9-CCC2F7077A0D}" dt="2026-09-07T03:24:02.291" v="50" actId="2696"/>
        <pc:sldMkLst>
          <pc:docMk/>
          <pc:sldMk cId="0" sldId="308"/>
        </pc:sldMkLst>
      </pc:sldChg>
      <pc:sldChg chg="del">
        <pc:chgData name="cc" userId="5bc9efa7-ddea-4be2-9b71-fa0f56c89193" providerId="ADAL" clId="{5BF13B12-BC6F-8D46-8AE9-CCC2F7077A0D}" dt="2026-09-07T03:24:02.230" v="12" actId="2696"/>
        <pc:sldMkLst>
          <pc:docMk/>
          <pc:sldMk cId="0" sldId="309"/>
        </pc:sldMkLst>
      </pc:sldChg>
      <pc:sldChg chg="del">
        <pc:chgData name="cc" userId="5bc9efa7-ddea-4be2-9b71-fa0f56c89193" providerId="ADAL" clId="{5BF13B12-BC6F-8D46-8AE9-CCC2F7077A0D}" dt="2026-09-07T03:24:02.290" v="49" actId="2696"/>
        <pc:sldMkLst>
          <pc:docMk/>
          <pc:sldMk cId="0" sldId="319"/>
        </pc:sldMkLst>
      </pc:sldChg>
      <pc:sldChg chg="del">
        <pc:chgData name="cc" userId="5bc9efa7-ddea-4be2-9b71-fa0f56c89193" providerId="ADAL" clId="{5BF13B12-BC6F-8D46-8AE9-CCC2F7077A0D}" dt="2026-09-07T03:24:02.287" v="45" actId="2696"/>
        <pc:sldMkLst>
          <pc:docMk/>
          <pc:sldMk cId="0" sldId="320"/>
        </pc:sldMkLst>
      </pc:sldChg>
      <pc:sldChg chg="del">
        <pc:chgData name="cc" userId="5bc9efa7-ddea-4be2-9b71-fa0f56c89193" providerId="ADAL" clId="{5BF13B12-BC6F-8D46-8AE9-CCC2F7077A0D}" dt="2026-09-07T03:24:02.254" v="24" actId="2696"/>
        <pc:sldMkLst>
          <pc:docMk/>
          <pc:sldMk cId="0" sldId="321"/>
        </pc:sldMkLst>
      </pc:sldChg>
      <pc:sldChg chg="del">
        <pc:chgData name="cc" userId="5bc9efa7-ddea-4be2-9b71-fa0f56c89193" providerId="ADAL" clId="{5BF13B12-BC6F-8D46-8AE9-CCC2F7077A0D}" dt="2026-09-07T03:24:02.199" v="3" actId="2696"/>
        <pc:sldMkLst>
          <pc:docMk/>
          <pc:sldMk cId="0" sldId="322"/>
        </pc:sldMkLst>
      </pc:sldChg>
      <pc:sldChg chg="del">
        <pc:chgData name="cc" userId="5bc9efa7-ddea-4be2-9b71-fa0f56c89193" providerId="ADAL" clId="{5BF13B12-BC6F-8D46-8AE9-CCC2F7077A0D}" dt="2026-09-07T03:24:02.289" v="48" actId="2696"/>
        <pc:sldMkLst>
          <pc:docMk/>
          <pc:sldMk cId="0" sldId="323"/>
        </pc:sldMkLst>
      </pc:sldChg>
      <pc:sldChg chg="del">
        <pc:chgData name="cc" userId="5bc9efa7-ddea-4be2-9b71-fa0f56c89193" providerId="ADAL" clId="{5BF13B12-BC6F-8D46-8AE9-CCC2F7077A0D}" dt="2026-09-07T03:24:02.212" v="8" actId="2696"/>
        <pc:sldMkLst>
          <pc:docMk/>
          <pc:sldMk cId="0" sldId="324"/>
        </pc:sldMkLst>
      </pc:sldChg>
      <pc:sldChg chg="del">
        <pc:chgData name="cc" userId="5bc9efa7-ddea-4be2-9b71-fa0f56c89193" providerId="ADAL" clId="{5BF13B12-BC6F-8D46-8AE9-CCC2F7077A0D}" dt="2026-09-07T03:24:02.251" v="20" actId="2696"/>
        <pc:sldMkLst>
          <pc:docMk/>
          <pc:sldMk cId="0" sldId="325"/>
        </pc:sldMkLst>
      </pc:sldChg>
      <pc:sldChg chg="del">
        <pc:chgData name="cc" userId="5bc9efa7-ddea-4be2-9b71-fa0f56c89193" providerId="ADAL" clId="{5BF13B12-BC6F-8D46-8AE9-CCC2F7077A0D}" dt="2026-09-07T03:24:02.288" v="47" actId="2696"/>
        <pc:sldMkLst>
          <pc:docMk/>
          <pc:sldMk cId="0" sldId="326"/>
        </pc:sldMkLst>
      </pc:sldChg>
      <pc:sldChg chg="del">
        <pc:chgData name="cc" userId="5bc9efa7-ddea-4be2-9b71-fa0f56c89193" providerId="ADAL" clId="{5BF13B12-BC6F-8D46-8AE9-CCC2F7077A0D}" dt="2026-09-07T03:24:02.237" v="15" actId="2696"/>
        <pc:sldMkLst>
          <pc:docMk/>
          <pc:sldMk cId="0" sldId="327"/>
        </pc:sldMkLst>
      </pc:sldChg>
      <pc:sldChg chg="del">
        <pc:chgData name="cc" userId="5bc9efa7-ddea-4be2-9b71-fa0f56c89193" providerId="ADAL" clId="{5BF13B12-BC6F-8D46-8AE9-CCC2F7077A0D}" dt="2026-09-07T03:24:02.250" v="19" actId="2696"/>
        <pc:sldMkLst>
          <pc:docMk/>
          <pc:sldMk cId="0" sldId="328"/>
        </pc:sldMkLst>
      </pc:sldChg>
      <pc:sldChg chg="del">
        <pc:chgData name="cc" userId="5bc9efa7-ddea-4be2-9b71-fa0f56c89193" providerId="ADAL" clId="{5BF13B12-BC6F-8D46-8AE9-CCC2F7077A0D}" dt="2026-09-07T03:24:02.269" v="34" actId="2696"/>
        <pc:sldMkLst>
          <pc:docMk/>
          <pc:sldMk cId="0" sldId="329"/>
        </pc:sldMkLst>
      </pc:sldChg>
      <pc:sldChg chg="del">
        <pc:chgData name="cc" userId="5bc9efa7-ddea-4be2-9b71-fa0f56c89193" providerId="ADAL" clId="{5BF13B12-BC6F-8D46-8AE9-CCC2F7077A0D}" dt="2026-09-07T03:24:02.256" v="25" actId="2696"/>
        <pc:sldMkLst>
          <pc:docMk/>
          <pc:sldMk cId="0" sldId="330"/>
        </pc:sldMkLst>
      </pc:sldChg>
      <pc:sldChg chg="del">
        <pc:chgData name="cc" userId="5bc9efa7-ddea-4be2-9b71-fa0f56c89193" providerId="ADAL" clId="{5BF13B12-BC6F-8D46-8AE9-CCC2F7077A0D}" dt="2026-09-07T03:24:02.277" v="41" actId="2696"/>
        <pc:sldMkLst>
          <pc:docMk/>
          <pc:sldMk cId="0" sldId="331"/>
        </pc:sldMkLst>
      </pc:sldChg>
      <pc:sldChg chg="del">
        <pc:chgData name="cc" userId="5bc9efa7-ddea-4be2-9b71-fa0f56c89193" providerId="ADAL" clId="{5BF13B12-BC6F-8D46-8AE9-CCC2F7077A0D}" dt="2026-09-07T03:24:02.260" v="26" actId="2696"/>
        <pc:sldMkLst>
          <pc:docMk/>
          <pc:sldMk cId="0" sldId="332"/>
        </pc:sldMkLst>
      </pc:sldChg>
      <pc:sldChg chg="del">
        <pc:chgData name="cc" userId="5bc9efa7-ddea-4be2-9b71-fa0f56c89193" providerId="ADAL" clId="{5BF13B12-BC6F-8D46-8AE9-CCC2F7077A0D}" dt="2026-09-07T03:24:02.262" v="27" actId="2696"/>
        <pc:sldMkLst>
          <pc:docMk/>
          <pc:sldMk cId="0" sldId="333"/>
        </pc:sldMkLst>
      </pc:sldChg>
      <pc:sldChg chg="del">
        <pc:chgData name="cc" userId="5bc9efa7-ddea-4be2-9b71-fa0f56c89193" providerId="ADAL" clId="{5BF13B12-BC6F-8D46-8AE9-CCC2F7077A0D}" dt="2026-09-07T03:24:02.267" v="32" actId="2696"/>
        <pc:sldMkLst>
          <pc:docMk/>
          <pc:sldMk cId="0" sldId="334"/>
        </pc:sldMkLst>
      </pc:sldChg>
      <pc:sldChg chg="del">
        <pc:chgData name="cc" userId="5bc9efa7-ddea-4be2-9b71-fa0f56c89193" providerId="ADAL" clId="{5BF13B12-BC6F-8D46-8AE9-CCC2F7077A0D}" dt="2026-09-07T03:24:02.253" v="22" actId="2696"/>
        <pc:sldMkLst>
          <pc:docMk/>
          <pc:sldMk cId="0" sldId="335"/>
        </pc:sldMkLst>
      </pc:sldChg>
      <pc:sldChg chg="del">
        <pc:chgData name="cc" userId="5bc9efa7-ddea-4be2-9b71-fa0f56c89193" providerId="ADAL" clId="{5BF13B12-BC6F-8D46-8AE9-CCC2F7077A0D}" dt="2026-09-07T03:24:02.267" v="33" actId="2696"/>
        <pc:sldMkLst>
          <pc:docMk/>
          <pc:sldMk cId="0" sldId="336"/>
        </pc:sldMkLst>
      </pc:sldChg>
      <pc:sldChg chg="del">
        <pc:chgData name="cc" userId="5bc9efa7-ddea-4be2-9b71-fa0f56c89193" providerId="ADAL" clId="{5BF13B12-BC6F-8D46-8AE9-CCC2F7077A0D}" dt="2026-09-07T03:24:02.205" v="5" actId="2696"/>
        <pc:sldMkLst>
          <pc:docMk/>
          <pc:sldMk cId="0" sldId="337"/>
        </pc:sldMkLst>
      </pc:sldChg>
      <pc:sldChg chg="del">
        <pc:chgData name="cc" userId="5bc9efa7-ddea-4be2-9b71-fa0f56c89193" providerId="ADAL" clId="{5BF13B12-BC6F-8D46-8AE9-CCC2F7077A0D}" dt="2026-09-07T03:24:02.238" v="16" actId="2696"/>
        <pc:sldMkLst>
          <pc:docMk/>
          <pc:sldMk cId="0" sldId="338"/>
        </pc:sldMkLst>
      </pc:sldChg>
      <pc:sldChg chg="del">
        <pc:chgData name="cc" userId="5bc9efa7-ddea-4be2-9b71-fa0f56c89193" providerId="ADAL" clId="{5BF13B12-BC6F-8D46-8AE9-CCC2F7077A0D}" dt="2026-09-07T03:24:02.263" v="29" actId="2696"/>
        <pc:sldMkLst>
          <pc:docMk/>
          <pc:sldMk cId="0" sldId="339"/>
        </pc:sldMkLst>
      </pc:sldChg>
      <pc:sldChg chg="del">
        <pc:chgData name="cc" userId="5bc9efa7-ddea-4be2-9b71-fa0f56c89193" providerId="ADAL" clId="{5BF13B12-BC6F-8D46-8AE9-CCC2F7077A0D}" dt="2026-09-07T03:24:02.208" v="6" actId="2696"/>
        <pc:sldMkLst>
          <pc:docMk/>
          <pc:sldMk cId="0" sldId="340"/>
        </pc:sldMkLst>
      </pc:sldChg>
      <pc:sldChg chg="del">
        <pc:chgData name="cc" userId="5bc9efa7-ddea-4be2-9b71-fa0f56c89193" providerId="ADAL" clId="{5BF13B12-BC6F-8D46-8AE9-CCC2F7077A0D}" dt="2026-09-07T03:24:02.253" v="23" actId="2696"/>
        <pc:sldMkLst>
          <pc:docMk/>
          <pc:sldMk cId="0" sldId="341"/>
        </pc:sldMkLst>
      </pc:sldChg>
      <pc:sldChg chg="del">
        <pc:chgData name="cc" userId="5bc9efa7-ddea-4be2-9b71-fa0f56c89193" providerId="ADAL" clId="{5BF13B12-BC6F-8D46-8AE9-CCC2F7077A0D}" dt="2026-09-07T03:24:02.215" v="9" actId="2696"/>
        <pc:sldMkLst>
          <pc:docMk/>
          <pc:sldMk cId="0" sldId="342"/>
        </pc:sldMkLst>
      </pc:sldChg>
      <pc:sldChg chg="del">
        <pc:chgData name="cc" userId="5bc9efa7-ddea-4be2-9b71-fa0f56c89193" providerId="ADAL" clId="{5BF13B12-BC6F-8D46-8AE9-CCC2F7077A0D}" dt="2026-09-07T03:24:02.279" v="43" actId="2696"/>
        <pc:sldMkLst>
          <pc:docMk/>
          <pc:sldMk cId="0" sldId="343"/>
        </pc:sldMkLst>
      </pc:sldChg>
      <pc:sldChg chg="del">
        <pc:chgData name="cc" userId="5bc9efa7-ddea-4be2-9b71-fa0f56c89193" providerId="ADAL" clId="{5BF13B12-BC6F-8D46-8AE9-CCC2F7077A0D}" dt="2026-09-07T03:24:02.252" v="21" actId="2696"/>
        <pc:sldMkLst>
          <pc:docMk/>
          <pc:sldMk cId="0" sldId="344"/>
        </pc:sldMkLst>
      </pc:sldChg>
      <pc:sldChg chg="del">
        <pc:chgData name="cc" userId="5bc9efa7-ddea-4be2-9b71-fa0f56c89193" providerId="ADAL" clId="{5BF13B12-BC6F-8D46-8AE9-CCC2F7077A0D}" dt="2026-09-07T03:24:02.247" v="18" actId="2696"/>
        <pc:sldMkLst>
          <pc:docMk/>
          <pc:sldMk cId="0" sldId="345"/>
        </pc:sldMkLst>
      </pc:sldChg>
      <pc:sldChg chg="del">
        <pc:chgData name="cc" userId="5bc9efa7-ddea-4be2-9b71-fa0f56c89193" providerId="ADAL" clId="{5BF13B12-BC6F-8D46-8AE9-CCC2F7077A0D}" dt="2026-09-07T03:24:02.275" v="39" actId="2696"/>
        <pc:sldMkLst>
          <pc:docMk/>
          <pc:sldMk cId="0" sldId="346"/>
        </pc:sldMkLst>
      </pc:sldChg>
      <pc:sldChg chg="del">
        <pc:chgData name="cc" userId="5bc9efa7-ddea-4be2-9b71-fa0f56c89193" providerId="ADAL" clId="{5BF13B12-BC6F-8D46-8AE9-CCC2F7077A0D}" dt="2026-09-07T03:24:02.276" v="40" actId="2696"/>
        <pc:sldMkLst>
          <pc:docMk/>
          <pc:sldMk cId="0" sldId="347"/>
        </pc:sldMkLst>
      </pc:sldChg>
      <pc:sldChg chg="del">
        <pc:chgData name="cc" userId="5bc9efa7-ddea-4be2-9b71-fa0f56c89193" providerId="ADAL" clId="{5BF13B12-BC6F-8D46-8AE9-CCC2F7077A0D}" dt="2026-09-07T03:24:02.273" v="38" actId="2696"/>
        <pc:sldMkLst>
          <pc:docMk/>
          <pc:sldMk cId="0" sldId="348"/>
        </pc:sldMkLst>
      </pc:sldChg>
      <pc:sldChg chg="del">
        <pc:chgData name="cc" userId="5bc9efa7-ddea-4be2-9b71-fa0f56c89193" providerId="ADAL" clId="{5BF13B12-BC6F-8D46-8AE9-CCC2F7077A0D}" dt="2026-09-07T03:24:02.235" v="14" actId="2696"/>
        <pc:sldMkLst>
          <pc:docMk/>
          <pc:sldMk cId="2646286038" sldId="3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6FCE91A-0762-430C-9443-008F3C58F77C}" type="datetimeFigureOut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2E26172-585F-4C17-8FC6-7CB045F67F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811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CD0BF65-707B-463A-8A80-1512746788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049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360FF-46BE-4208-825D-653320AC55FC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44830-EF34-42F6-8E3D-8BECC95745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01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F4DD2-422A-41DA-9080-89F305368B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C54B-5A19-4882-95F9-107653956FBD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20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D2F65-437E-4789-9831-A844E3644B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ACA6D-885F-49EB-92D5-E6D1F40F1089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842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BB8D3-24C0-4B63-9816-594584F32F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33A43-3A4A-4271-9334-0943030C10F8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95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21131-2DDB-411F-B40F-C5ABF2A2CE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A1029-0DCA-43B1-945D-5C0BD72BACA2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2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ACB1B-25F5-42C2-8C17-05F7901526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B9F4F-83BB-4507-8E1C-200674B3B7F7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82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F8DD2-70FB-48AA-9613-8154DC6E27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B11F7-9194-4353-AFE0-A72EBEBAE035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39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9163E-8B72-4631-811E-3AC619DBDC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2AC5A-D3A4-4F46-B6FC-7437E0F6051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20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5EEE5-1961-4C2C-AF86-4DC5702EEF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B4C5C-A613-4ECF-BA87-F5EBD84C43B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849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97A8E-9E9F-4DED-B9B7-D9DED5BB43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689DC-9171-4E69-80DB-FB7D4349460D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12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48E3B6-BC36-46B8-B2CB-9FEFFD43BC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88241-8567-49B0-9390-BD0DBD608791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8196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A73E6-4913-456D-8627-5940B84A4C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1CDEB-05FF-4761-AA2B-489AF6EAA877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9420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6CE11-B1EC-4C7A-B5A8-8C1DF5EFB5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1FDD5-F9D6-4059-A502-4B4009CAE0E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3525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2A31C-E524-49F5-BE35-669D1870EA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98FBD-1204-4D3F-AC57-8D238E0D213C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130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C5319-BD06-46C7-B55D-C3F7BD61CD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89965-BF5B-4164-9027-C65F7B0E7849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49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9B45E6-9B3E-4D48-996E-3324E4F305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20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1F4528-3D7D-45F8-8A85-C50DE5F3C52A}" type="datetime1">
              <a:rPr lang="zh-CN" altLang="en-US"/>
              <a:pPr>
                <a:defRPr/>
              </a:pPr>
              <a:t>2026/9/7</a:t>
            </a:fld>
            <a:endParaRPr lang="en-US" altLang="zh-CN"/>
          </a:p>
        </p:txBody>
      </p:sp>
      <p:pic>
        <p:nvPicPr>
          <p:cNvPr id="1031" name="Picture 14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20638"/>
            <a:ext cx="1281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5EF20E-F2C8-48D6-8B8D-BEFBF3BF6A3E}" type="slidenum">
              <a:rPr lang="zh-CN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Arial Black" panose="020B0A04020102020204" pitchFamily="34" charset="0"/>
            </a:endParaRPr>
          </a:p>
        </p:txBody>
      </p:sp>
      <p:sp>
        <p:nvSpPr>
          <p:cNvPr id="5123" name="Rectangle 18"/>
          <p:cNvSpPr txBox="1">
            <a:spLocks noGrp="1" noChangeArrowheads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F6799E42-D918-4FF7-9A21-0F28473CC15A}" type="slidenum">
              <a:rPr lang="zh-CN" altLang="en-US" sz="1200">
                <a:latin typeface="Arial Black" panose="020B0A04020102020204" pitchFamily="34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20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7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89865"/>
            <a:ext cx="2736176" cy="79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1324710" y="2697480"/>
            <a:ext cx="6400800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914400" y="2228373"/>
            <a:ext cx="7794625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通信原理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DF6A-83B3-5EB9-1C20-F4C866323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1965960"/>
            <a:ext cx="8229600" cy="3108960"/>
          </a:xfrm>
        </p:spPr>
        <p:txBody>
          <a:bodyPr/>
          <a:lstStyle/>
          <a:p>
            <a:r>
              <a:rPr lang="en-US" dirty="0" err="1"/>
              <a:t>姓名</a:t>
            </a:r>
            <a:r>
              <a:rPr lang="zh-CN" altLang="en-US" dirty="0"/>
              <a:t>，</a:t>
            </a:r>
            <a:r>
              <a:rPr lang="en-US" dirty="0" err="1"/>
              <a:t>学号</a:t>
            </a:r>
            <a:r>
              <a:rPr lang="zh-CN" altLang="en-US" dirty="0"/>
              <a:t>（</a:t>
            </a:r>
            <a:r>
              <a:rPr lang="en-US" i="1" dirty="0">
                <a:effectLst/>
                <a:latin typeface="Helvetica" pitchFamily="2" charset="0"/>
              </a:rPr>
              <a:t>1132230101</a:t>
            </a:r>
            <a:r>
              <a:rPr lang="zh-CN" altLang="en-US" i="1" dirty="0">
                <a:effectLst/>
                <a:latin typeface="Helvetica" pitchFamily="2" charset="0"/>
              </a:rPr>
              <a:t>）</a:t>
            </a:r>
            <a:r>
              <a:rPr lang="zh-CN" altLang="en-US" dirty="0"/>
              <a:t>，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学号（</a:t>
            </a:r>
            <a:r>
              <a:rPr lang="en-US" altLang="zh-CN" dirty="0"/>
              <a:t>10</a:t>
            </a:r>
            <a:r>
              <a:rPr lang="zh-CN" altLang="en-US" dirty="0"/>
              <a:t>位）以存档。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CCF56-9A33-5711-9D2D-14098F6E48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694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D99F-72B5-D341-9AA0-AD214EEAC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sz="4000" b="0">
                <a:effectLst/>
                <a:latin typeface="AdobeSongStd"/>
              </a:rPr>
              <a:t>知识回顾及理解 </a:t>
            </a:r>
            <a:endParaRPr lang="en-US" sz="8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E605E-8E42-F74D-98AA-93F5F82ED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dB, dBm, </a:t>
            </a:r>
            <a:r>
              <a:rPr lang="en-US" dirty="0" err="1"/>
              <a:t>dBW关系</a:t>
            </a:r>
            <a:r>
              <a:rPr lang="zh-CN" altLang="en-US" dirty="0"/>
              <a:t>？</a:t>
            </a:r>
            <a:endParaRPr lang="en-US" altLang="zh-CN" dirty="0"/>
          </a:p>
          <a:p>
            <a:endParaRPr lang="en-US" dirty="0"/>
          </a:p>
          <a:p>
            <a:pPr marL="0" indent="0">
              <a:buNone/>
            </a:pPr>
            <a:r>
              <a:rPr lang="zh-CN" altLang="en-US" dirty="0"/>
              <a:t>为什么</a:t>
            </a:r>
            <a:r>
              <a:rPr lang="en-US" altLang="zh-CN" dirty="0"/>
              <a:t>-3dB</a:t>
            </a:r>
            <a:r>
              <a:rPr lang="zh-CN" altLang="en-US" dirty="0"/>
              <a:t>为功率一半？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5DF16-D93D-8F4D-A73F-4059E4D9AB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58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83757-7783-3544-9E97-8AD40F895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942" y="502920"/>
            <a:ext cx="8229600" cy="3886200"/>
          </a:xfrm>
        </p:spPr>
        <p:txBody>
          <a:bodyPr/>
          <a:lstStyle/>
          <a:p>
            <a:r>
              <a:rPr lang="en-US" dirty="0"/>
              <a:t>dB, dBm, </a:t>
            </a:r>
            <a:r>
              <a:rPr lang="en-US" dirty="0" err="1"/>
              <a:t>dBW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445DB-FF84-D345-90F7-4BE1B4B8CA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F03F80-880A-434E-8054-CF7B616EF19C}"/>
              </a:ext>
            </a:extLst>
          </p:cNvPr>
          <p:cNvSpPr txBox="1"/>
          <p:nvPr/>
        </p:nvSpPr>
        <p:spPr>
          <a:xfrm>
            <a:off x="182880" y="1234440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0" i="0" u="none" strike="noStrike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“传播损耗是</a:t>
            </a:r>
            <a:r>
              <a:rPr lang="en-US" sz="2000" b="0" i="0" u="none" strike="noStrike" dirty="0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xx dB”、“</a:t>
            </a:r>
            <a:r>
              <a:rPr lang="ja-JP" altLang="en-US" sz="2000" b="0" i="0" u="none" strike="noStrike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发射功率是</a:t>
            </a:r>
            <a:r>
              <a:rPr lang="en-US" sz="2000" b="0" i="0" u="none" strike="noStrike" dirty="0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xx dBm”、“</a:t>
            </a:r>
            <a:r>
              <a:rPr lang="ja-JP" altLang="en-US" sz="2000" b="0" i="0" u="none" strike="noStrike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天线增益是</a:t>
            </a:r>
            <a:r>
              <a:rPr lang="en-US" sz="2000" b="0" i="0" u="none" strike="noStrike" dirty="0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xx </a:t>
            </a:r>
            <a:r>
              <a:rPr lang="en-US" sz="2000" b="0" i="0" u="none" strike="noStrike" dirty="0" err="1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dBi</a:t>
            </a:r>
            <a:r>
              <a:rPr lang="en-US" sz="2000" b="0" i="0" u="none" strike="noStrike" dirty="0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”…… 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2BC594-9FB4-364D-A439-E819BD4A7843}"/>
              </a:ext>
            </a:extLst>
          </p:cNvPr>
          <p:cNvSpPr txBox="1"/>
          <p:nvPr/>
        </p:nvSpPr>
        <p:spPr>
          <a:xfrm>
            <a:off x="3840480" y="58193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dB</a:t>
            </a:r>
            <a:r>
              <a:rPr lang="ja-JP" altLang="en-US" sz="1600" b="0" i="0" u="none" strike="noStrike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家族不仅可以表示功率的增益和损耗，还可以表示电压、电流、音频等，具体场景具体应用</a:t>
            </a:r>
            <a:r>
              <a:rPr lang="en-US" altLang="ja-JP" sz="1600" b="0" i="0" u="none" strike="noStrike" dirty="0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…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41D114-B8F2-4B47-9A08-654B00E69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68439"/>
            <a:ext cx="2427393" cy="11477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54D22B-C8BB-4540-B92B-16E010506466}"/>
              </a:ext>
            </a:extLst>
          </p:cNvPr>
          <p:cNvSpPr txBox="1"/>
          <p:nvPr/>
        </p:nvSpPr>
        <p:spPr>
          <a:xfrm>
            <a:off x="182880" y="2717087"/>
            <a:ext cx="5241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dB</a:t>
            </a:r>
            <a:r>
              <a:rPr lang="ja-JP" altLang="en-US" sz="1800" b="0" i="0" u="none" strike="noStrike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表示功率</a:t>
            </a:r>
            <a:r>
              <a:rPr lang="en-US" sz="1800" b="0" i="0" u="none" strike="noStrike" dirty="0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P 1 </a:t>
            </a:r>
            <a:r>
              <a:rPr lang="ja-JP" altLang="en-US" sz="1800" b="0" i="0" u="none" strike="noStrike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相对于参考功率</a:t>
            </a:r>
            <a:r>
              <a:rPr lang="en-US" sz="1800" b="0" i="0" u="none" strike="noStrike" dirty="0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P 0 </a:t>
            </a:r>
            <a:r>
              <a:rPr lang="ja-JP" altLang="en-US" sz="1800" b="0" i="0" u="none" strike="noStrike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的大小关系。如果</a:t>
            </a:r>
            <a:r>
              <a:rPr lang="en-US" sz="1800" b="0" i="0" u="none" strike="noStrike" dirty="0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P 1 </a:t>
            </a:r>
            <a:r>
              <a:rPr lang="ja-JP" altLang="en-US" sz="1800" b="0" i="0" u="none" strike="noStrike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是</a:t>
            </a:r>
            <a:r>
              <a:rPr lang="en-US" sz="1800" b="0" i="0" u="none" strike="noStrike" dirty="0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P 0 </a:t>
            </a:r>
            <a:r>
              <a:rPr lang="ja-JP" altLang="en-US" sz="1800" b="0" i="0" u="none" strike="noStrike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的</a:t>
            </a:r>
            <a:r>
              <a:rPr lang="en-US" altLang="ja-JP" sz="1800" b="0" i="0" u="none" strike="noStrike" dirty="0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2</a:t>
            </a:r>
            <a:r>
              <a:rPr lang="ja-JP" altLang="en-US" sz="1800" b="0" i="0" u="none" strike="noStrike">
                <a:solidFill>
                  <a:srgbClr val="323232"/>
                </a:solidFill>
                <a:effectLst/>
                <a:latin typeface="Times New Roman" panose="02020603050405020304" pitchFamily="18" charset="0"/>
                <a:ea typeface="PingFang SC" panose="020B0400000000000000" pitchFamily="34" charset="-122"/>
                <a:cs typeface="Times New Roman" panose="02020603050405020304" pitchFamily="18" charset="0"/>
              </a:rPr>
              <a:t>倍，那么：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E9C167-8427-FF45-B5DB-49182F1B2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11568"/>
            <a:ext cx="3637280" cy="9593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057B7F-D979-C14A-AB05-848DDEE3A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42" y="4635466"/>
            <a:ext cx="3637280" cy="6459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04FA17C-5473-D841-8837-35AEE081F9B5}"/>
              </a:ext>
            </a:extLst>
          </p:cNvPr>
          <p:cNvSpPr txBox="1"/>
          <p:nvPr/>
        </p:nvSpPr>
        <p:spPr>
          <a:xfrm>
            <a:off x="182880" y="42970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0" i="0" u="none" strike="noStrike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如果</a:t>
            </a:r>
            <a:r>
              <a:rPr lang="en-US" sz="1800" b="0" i="0" u="none" strike="noStrike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lang="ja-JP" altLang="en-US" sz="1800" b="0" i="0" u="none" strike="noStrike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sz="1800" b="0" i="0" u="none" strike="noStrike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P0</a:t>
            </a:r>
            <a:r>
              <a:rPr lang="ja-JP" altLang="en-US" sz="1800" b="0" i="0" u="none" strike="noStrike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的一半，那么： </a:t>
            </a:r>
            <a:endParaRPr lang="en-US" sz="18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241555-C0DE-1F41-B0B1-096C9B7A6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16" y="5499100"/>
            <a:ext cx="1473200" cy="977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1116CCE-7E44-1C46-9C31-B528D2A38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2558" y="5600080"/>
            <a:ext cx="1562100" cy="9525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2BFCC7-849F-2549-9D18-C7E19D96147C}"/>
              </a:ext>
            </a:extLst>
          </p:cNvPr>
          <p:cNvSpPr txBox="1"/>
          <p:nvPr/>
        </p:nvSpPr>
        <p:spPr>
          <a:xfrm>
            <a:off x="4491697" y="4335810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+3 dB，</a:t>
            </a:r>
            <a:r>
              <a:rPr lang="ja-JP" altLang="en-US">
                <a:effectLst/>
              </a:rPr>
              <a:t>表示功率增加为</a:t>
            </a:r>
            <a:r>
              <a:rPr lang="en-US" altLang="ja-JP" dirty="0">
                <a:effectLst/>
              </a:rPr>
              <a:t>2</a:t>
            </a:r>
            <a:r>
              <a:rPr lang="ja-JP" altLang="en-US">
                <a:effectLst/>
              </a:rPr>
              <a:t>倍；</a:t>
            </a:r>
            <a:r>
              <a:rPr lang="ja-JP" altLang="en-US"/>
              <a:t> </a:t>
            </a:r>
            <a:endParaRPr lang="en-US" altLang="ja-JP" dirty="0"/>
          </a:p>
          <a:p>
            <a:r>
              <a:rPr lang="en-US" altLang="ja-JP" dirty="0">
                <a:effectLst/>
              </a:rPr>
              <a:t>+10 </a:t>
            </a:r>
            <a:r>
              <a:rPr lang="en-US" dirty="0">
                <a:effectLst/>
              </a:rPr>
              <a:t>dB，</a:t>
            </a:r>
            <a:r>
              <a:rPr lang="ja-JP" altLang="en-US">
                <a:effectLst/>
              </a:rPr>
              <a:t>表示功率增加为</a:t>
            </a:r>
            <a:r>
              <a:rPr lang="en-US" altLang="ja-JP" dirty="0">
                <a:effectLst/>
              </a:rPr>
              <a:t>10</a:t>
            </a:r>
            <a:r>
              <a:rPr lang="ja-JP" altLang="en-US">
                <a:effectLst/>
              </a:rPr>
              <a:t>倍。</a:t>
            </a:r>
            <a:endParaRPr lang="en-US" altLang="ja-JP" dirty="0">
              <a:effectLst/>
            </a:endParaRPr>
          </a:p>
          <a:p>
            <a:r>
              <a:rPr lang="en-US" altLang="ja-JP" dirty="0">
                <a:effectLst/>
              </a:rPr>
              <a:t>-3 </a:t>
            </a:r>
            <a:r>
              <a:rPr lang="en-US" dirty="0">
                <a:effectLst/>
              </a:rPr>
              <a:t>dB，</a:t>
            </a:r>
            <a:r>
              <a:rPr lang="ja-JP" altLang="en-US">
                <a:effectLst/>
              </a:rPr>
              <a:t>表示功率减小为</a:t>
            </a:r>
            <a:r>
              <a:rPr lang="en-US" altLang="ja-JP" dirty="0">
                <a:effectLst/>
              </a:rPr>
              <a:t>1/2</a:t>
            </a:r>
            <a:r>
              <a:rPr lang="ja-JP" altLang="en-US">
                <a:effectLst/>
              </a:rPr>
              <a:t>；</a:t>
            </a:r>
            <a:endParaRPr lang="en-US" altLang="ja-JP" dirty="0">
              <a:effectLst/>
            </a:endParaRPr>
          </a:p>
          <a:p>
            <a:r>
              <a:rPr lang="en-US" altLang="ja-JP" dirty="0">
                <a:effectLst/>
              </a:rPr>
              <a:t>-10 </a:t>
            </a:r>
            <a:r>
              <a:rPr lang="en-US" dirty="0">
                <a:effectLst/>
              </a:rPr>
              <a:t>dB，</a:t>
            </a:r>
            <a:r>
              <a:rPr lang="ja-JP" altLang="en-US">
                <a:effectLst/>
              </a:rPr>
              <a:t>表示功率减小为</a:t>
            </a:r>
            <a:r>
              <a:rPr lang="en-US" altLang="ja-JP" dirty="0">
                <a:effectLst/>
              </a:rPr>
              <a:t>1/10</a:t>
            </a:r>
            <a:r>
              <a:rPr lang="ja-JP" altLang="en-US">
                <a:effectLst/>
              </a:rPr>
              <a:t>。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FFFF88-D17D-EF45-9596-8BCE81B48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172" y="2437678"/>
            <a:ext cx="3934525" cy="171180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59CEB5E-E44E-4842-AC44-003A071A0D2C}"/>
              </a:ext>
            </a:extLst>
          </p:cNvPr>
          <p:cNvSpPr txBox="1"/>
          <p:nvPr/>
        </p:nvSpPr>
        <p:spPr>
          <a:xfrm>
            <a:off x="5129172" y="1811971"/>
            <a:ext cx="36792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dB</a:t>
            </a:r>
            <a:r>
              <a:rPr lang="ja-JP" altLang="en-US" sz="1400" b="0" i="0" u="none" strike="noStrike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是个相对值，它的使命就是把一个很大或者很小的数，用一个简短的形式表达出来。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2419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41403-14E8-4D4E-93E0-FD919D013B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B9A3A-9A30-FE4D-9003-437FF862F021}"/>
              </a:ext>
            </a:extLst>
          </p:cNvPr>
          <p:cNvSpPr txBox="1"/>
          <p:nvPr/>
        </p:nvSpPr>
        <p:spPr>
          <a:xfrm>
            <a:off x="274320" y="712435"/>
            <a:ext cx="7498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 err="1">
                <a:solidFill>
                  <a:srgbClr val="4D4D4D"/>
                </a:solidFill>
                <a:effectLst/>
                <a:latin typeface="-apple-system"/>
              </a:rPr>
              <a:t>dBm、dBw</a:t>
            </a:r>
            <a:r>
              <a:rPr lang="ja-JP" altLang="en-US" sz="1800" b="0" i="0" u="none" strike="noStrike">
                <a:solidFill>
                  <a:srgbClr val="4D4D4D"/>
                </a:solidFill>
                <a:effectLst/>
                <a:latin typeface="-apple-system"/>
              </a:rPr>
              <a:t>就是把</a:t>
            </a:r>
            <a:r>
              <a:rPr lang="en-US" sz="1800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dB</a:t>
            </a:r>
            <a:r>
              <a:rPr lang="ja-JP" altLang="en-US" sz="1800" b="0" i="0" u="none" strike="noStrike">
                <a:solidFill>
                  <a:srgbClr val="4D4D4D"/>
                </a:solidFill>
                <a:effectLst/>
                <a:latin typeface="-apple-system"/>
              </a:rPr>
              <a:t>公式中的参考功率</a:t>
            </a:r>
            <a:r>
              <a:rPr lang="en-US" sz="1800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P0</a:t>
            </a:r>
            <a:r>
              <a:rPr lang="ja-JP" altLang="en-US" sz="1800" b="0" i="0" u="none" strike="noStrike">
                <a:solidFill>
                  <a:srgbClr val="4D4D4D"/>
                </a:solidFill>
                <a:effectLst/>
                <a:latin typeface="-apple-system"/>
              </a:rPr>
              <a:t>分别换成</a:t>
            </a:r>
            <a:r>
              <a:rPr lang="en-US" altLang="ja-JP" sz="1800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1 </a:t>
            </a:r>
            <a:r>
              <a:rPr lang="en-US" sz="1800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mW、1 W：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BF18BD-31DA-8C46-9036-4B2D549AC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61349"/>
            <a:ext cx="4572000" cy="21676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924CF3-0FEA-1246-9977-99DC6E3E0CC2}"/>
              </a:ext>
            </a:extLst>
          </p:cNvPr>
          <p:cNvSpPr txBox="1"/>
          <p:nvPr/>
        </p:nvSpPr>
        <p:spPr>
          <a:xfrm>
            <a:off x="274320" y="3655816"/>
            <a:ext cx="53949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dirty="0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 mW、1 W</a:t>
            </a:r>
            <a:r>
              <a:rPr lang="ja-JP" altLang="en-US" sz="2000" b="0" i="0" u="none" strike="noStrike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都是确定的值，</a:t>
            </a:r>
            <a:endParaRPr lang="en-US" altLang="ja-JP" sz="2000" b="0" i="0" u="none" strike="noStrike" dirty="0">
              <a:solidFill>
                <a:srgbClr val="323232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ja-JP" altLang="en-US" sz="2000" b="0" i="0" u="none" strike="noStrike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因此</a:t>
            </a:r>
            <a:r>
              <a:rPr lang="en-US" sz="2000" b="0" i="0" u="none" strike="noStrike" dirty="0" err="1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dBm、dBw</a:t>
            </a:r>
            <a:r>
              <a:rPr lang="ja-JP" altLang="en-US" sz="2000" b="0" i="0" u="none" strike="noStrike">
                <a:solidFill>
                  <a:srgbClr val="323232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都可以表示功率的绝对值。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2C09EF-4991-EB49-8701-7ABB9BAE7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527" y="1053346"/>
            <a:ext cx="3039913" cy="55830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75256B-7B2E-0C4A-96A6-8779D36DF3DC}"/>
              </a:ext>
            </a:extLst>
          </p:cNvPr>
          <p:cNvSpPr txBox="1"/>
          <p:nvPr/>
        </p:nvSpPr>
        <p:spPr>
          <a:xfrm>
            <a:off x="548640" y="536581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 W = 30 dBm</a:t>
            </a:r>
            <a:r>
              <a:rPr lang="zh-CN" altLang="en-US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-----</a:t>
            </a:r>
            <a:r>
              <a:rPr lang="zh-CN" altLang="en-US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基准</a:t>
            </a:r>
            <a:r>
              <a:rPr lang="en-US" b="0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 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DB1EA1-CA51-614A-A08B-E635B713C22A}"/>
              </a:ext>
            </a:extLst>
          </p:cNvPr>
          <p:cNvSpPr txBox="1"/>
          <p:nvPr/>
        </p:nvSpPr>
        <p:spPr>
          <a:xfrm>
            <a:off x="457200" y="5959865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i="0" u="none" strike="noStrike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加</a:t>
            </a:r>
            <a:r>
              <a:rPr lang="en-US" altLang="ja-JP" sz="2000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r>
              <a:rPr lang="ja-JP" altLang="en-US" sz="2000" b="1" i="0" u="none" strike="noStrike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乘</a:t>
            </a:r>
            <a:r>
              <a:rPr lang="en-US" altLang="ja-JP" sz="2000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r>
              <a:rPr lang="ja-JP" altLang="en-US" sz="2000" b="1" i="0" u="none" strike="noStrike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，加</a:t>
            </a:r>
            <a:r>
              <a:rPr lang="en-US" altLang="ja-JP" sz="2000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10</a:t>
            </a:r>
            <a:r>
              <a:rPr lang="ja-JP" altLang="en-US" sz="2000" b="1" i="0" u="none" strike="noStrike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乘</a:t>
            </a:r>
            <a:r>
              <a:rPr lang="en-US" altLang="ja-JP" sz="2000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10</a:t>
            </a:r>
            <a:r>
              <a:rPr lang="ja-JP" altLang="en-US" sz="2000" b="1" i="0" u="none" strike="noStrike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；减</a:t>
            </a:r>
            <a:r>
              <a:rPr lang="en-US" altLang="ja-JP" sz="2000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r>
              <a:rPr lang="ja-JP" altLang="en-US" sz="2000" b="1" i="0" u="none" strike="noStrike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除</a:t>
            </a:r>
            <a:r>
              <a:rPr lang="en-US" altLang="ja-JP" sz="2000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r>
              <a:rPr lang="ja-JP" altLang="en-US" sz="2000" b="1" i="0" u="none" strike="noStrike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，减</a:t>
            </a:r>
            <a:r>
              <a:rPr lang="en-US" altLang="ja-JP" sz="2000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10</a:t>
            </a:r>
            <a:r>
              <a:rPr lang="ja-JP" altLang="en-US" sz="2000" b="1" i="0" u="none" strike="noStrike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除</a:t>
            </a:r>
            <a:r>
              <a:rPr lang="en-US" altLang="ja-JP" sz="2000" b="1" i="0" u="none" strike="noStrike" dirty="0">
                <a:solidFill>
                  <a:srgbClr val="C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10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41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71CDE-9041-0A44-97E3-62AA69DAE1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22110-2A21-0E4A-B444-2D1679DB6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02920"/>
            <a:ext cx="5029200" cy="1460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C4D955-80CC-404E-97CB-672742483229}"/>
              </a:ext>
            </a:extLst>
          </p:cNvPr>
          <p:cNvSpPr txBox="1"/>
          <p:nvPr/>
        </p:nvSpPr>
        <p:spPr>
          <a:xfrm>
            <a:off x="551111" y="233172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求</a:t>
            </a:r>
            <a:r>
              <a:rPr lang="en-US" altLang="zh-CN" dirty="0"/>
              <a:t>44</a:t>
            </a:r>
            <a:r>
              <a:rPr lang="en-US" dirty="0"/>
              <a:t> dBm</a:t>
            </a:r>
            <a:r>
              <a:rPr lang="en-US" altLang="zh-CN" dirty="0"/>
              <a:t>=</a:t>
            </a:r>
            <a:r>
              <a:rPr lang="zh-CN" altLang="en-US" dirty="0"/>
              <a:t>？</a:t>
            </a:r>
            <a:r>
              <a:rPr lang="en-US" dirty="0"/>
              <a:t>W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那么</a:t>
            </a:r>
            <a:r>
              <a:rPr lang="en-US" altLang="zh-CN" dirty="0"/>
              <a:t>47dBm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en-US" altLang="zh-CN" dirty="0"/>
              <a:t>64dBm?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3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71CDE-9041-0A44-97E3-62AA69DAE1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E55EC-0333-8646-BF26-6AD3B9BD3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202226"/>
            <a:ext cx="5852160" cy="3410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FBFAAC-961D-C94E-A110-683B57CDAB5E}"/>
              </a:ext>
            </a:extLst>
          </p:cNvPr>
          <p:cNvSpPr txBox="1"/>
          <p:nvPr/>
        </p:nvSpPr>
        <p:spPr>
          <a:xfrm>
            <a:off x="365760" y="1227741"/>
            <a:ext cx="84124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dB</a:t>
            </a:r>
            <a:r>
              <a:rPr lang="ja-JP" altLang="en-US">
                <a:effectLst/>
              </a:rPr>
              <a:t>家族中常见的还有</a:t>
            </a:r>
            <a:r>
              <a:rPr lang="en-US" dirty="0" err="1">
                <a:effectLst/>
              </a:rPr>
              <a:t>dBi、dBd、dBc</a:t>
            </a:r>
            <a:r>
              <a:rPr lang="en-US" dirty="0">
                <a:effectLst/>
              </a:rPr>
              <a:t>。</a:t>
            </a:r>
            <a:r>
              <a:rPr lang="en-US" dirty="0"/>
              <a:t> </a:t>
            </a:r>
            <a:r>
              <a:rPr lang="ja-JP" altLang="en-US">
                <a:effectLst/>
              </a:rPr>
              <a:t>它们的计算方法与</a:t>
            </a:r>
            <a:r>
              <a:rPr lang="en-US" dirty="0">
                <a:effectLst/>
              </a:rPr>
              <a:t>dB</a:t>
            </a:r>
            <a:r>
              <a:rPr lang="ja-JP" altLang="en-US">
                <a:effectLst/>
              </a:rPr>
              <a:t>的计算方法完全一样，表示的还是功率的相对值。</a:t>
            </a:r>
            <a:r>
              <a:rPr lang="ja-JP" altLang="en-US"/>
              <a:t> </a:t>
            </a:r>
            <a:br>
              <a:rPr lang="ja-JP" altLang="en-US">
                <a:effectLst/>
              </a:rPr>
            </a:br>
            <a:br>
              <a:rPr lang="ja-JP" altLang="en-US">
                <a:effectLst/>
              </a:rPr>
            </a:br>
            <a:r>
              <a:rPr lang="ja-JP" altLang="en-US">
                <a:effectLst/>
              </a:rPr>
              <a:t>不同的是，它们的参考基准不同，即分母上的参考功率</a:t>
            </a:r>
            <a:r>
              <a:rPr lang="en-US" dirty="0">
                <a:effectLst/>
              </a:rPr>
              <a:t>P</a:t>
            </a:r>
            <a:r>
              <a:rPr lang="en-US" dirty="0"/>
              <a:t> </a:t>
            </a:r>
            <a:r>
              <a:rPr lang="en-US" dirty="0">
                <a:effectLst/>
              </a:rPr>
              <a:t>0</a:t>
            </a:r>
            <a:r>
              <a:rPr lang="en-US" dirty="0"/>
              <a:t> </a:t>
            </a:r>
            <a:r>
              <a:rPr lang="ja-JP" altLang="en-US">
                <a:effectLst/>
              </a:rPr>
              <a:t>所代表的含义不同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4820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5787</TotalTime>
  <Words>343</Words>
  <Application>Microsoft Macintosh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-apple-system</vt:lpstr>
      <vt:lpstr>AdobeSongStd</vt:lpstr>
      <vt:lpstr>DengXian</vt:lpstr>
      <vt:lpstr>PingFang SC</vt:lpstr>
      <vt:lpstr>Arial</vt:lpstr>
      <vt:lpstr>Arial Black</vt:lpstr>
      <vt:lpstr>Helvetica</vt:lpstr>
      <vt:lpstr>Times New Roman</vt:lpstr>
      <vt:lpstr>Wingdings</vt:lpstr>
      <vt:lpstr>Pixel</vt:lpstr>
      <vt:lpstr>PowerPoint Presentation</vt:lpstr>
      <vt:lpstr>姓名，学号（1132230101），  学号（10位）以存档。</vt:lpstr>
      <vt:lpstr>知识回顾及理解 </vt:lpstr>
      <vt:lpstr>PowerPoint Presentation</vt:lpstr>
      <vt:lpstr>PowerPoint Presentation</vt:lpstr>
      <vt:lpstr>PowerPoint Presentation</vt:lpstr>
      <vt:lpstr>PowerPoint Presentation</vt:lpstr>
    </vt:vector>
  </TitlesOfParts>
  <Company>Jiangnan 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江南大学</dc:title>
  <dc:creator>cgy</dc:creator>
  <cp:lastModifiedBy>GY Chu</cp:lastModifiedBy>
  <cp:revision>638</cp:revision>
  <cp:lastPrinted>2021-09-05T16:09:54Z</cp:lastPrinted>
  <dcterms:created xsi:type="dcterms:W3CDTF">1601-01-01T00:00:00Z</dcterms:created>
  <dcterms:modified xsi:type="dcterms:W3CDTF">2026-09-07T03:24:06Z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